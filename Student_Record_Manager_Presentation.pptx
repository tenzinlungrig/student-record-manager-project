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22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68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5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92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77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45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45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89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12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63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Record Manager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simple project on Data Structures and Algorithms</a:t>
            </a:r>
          </a:p>
          <a:p>
            <a:r>
              <a:t>By Tenzin Lungrig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This project was created as part of my summer training on Data Structures and Algorithm using Python.</a:t>
            </a:r>
          </a:p>
          <a:p>
            <a:pPr algn="l">
              <a:defRPr sz="2000"/>
            </a:pPr>
            <a:r>
              <a:t>It demonstrates how basic data structures and algorithms can be used to manage and organize information.</a:t>
            </a:r>
          </a:p>
          <a:p>
            <a:pPr algn="l">
              <a:defRPr sz="2000"/>
            </a:pPr>
            <a:r>
              <a:t>The program helps store, search, and sort student records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rPr dirty="0"/>
              <a:t>To create a simple system that stores and manages student data.</a:t>
            </a:r>
          </a:p>
          <a:p>
            <a:pPr algn="l">
              <a:defRPr sz="2000"/>
            </a:pPr>
            <a:r>
              <a:rPr dirty="0"/>
              <a:t>To apply data structure concepts such as lists and dictionaries.</a:t>
            </a:r>
          </a:p>
          <a:p>
            <a:pPr algn="l">
              <a:defRPr sz="2000"/>
            </a:pPr>
            <a:r>
              <a:rPr dirty="0"/>
              <a:t>To implement basic algorithms like sorting and searching.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rPr dirty="0"/>
              <a:t>Programming Language: Python 3</a:t>
            </a:r>
          </a:p>
          <a:p>
            <a:pPr algn="l">
              <a:defRPr sz="2000"/>
            </a:pPr>
            <a:r>
              <a:rPr dirty="0"/>
              <a:t>Data Structures: Lists, Dictionaries</a:t>
            </a:r>
          </a:p>
          <a:p>
            <a:pPr algn="l">
              <a:defRPr sz="2000"/>
            </a:pPr>
            <a:r>
              <a:rPr dirty="0"/>
              <a:t>Algorithms: Bubble Sort, Linear Search</a:t>
            </a:r>
          </a:p>
          <a:p>
            <a:pPr algn="l">
              <a:defRPr sz="2000"/>
            </a:pPr>
            <a:r>
              <a:rPr dirty="0"/>
              <a:t>Environment: VS Code / IDLE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rPr dirty="0"/>
              <a:t>Add new student records</a:t>
            </a:r>
          </a:p>
          <a:p>
            <a:pPr algn="l">
              <a:defRPr sz="2000"/>
            </a:pPr>
            <a:r>
              <a:rPr dirty="0"/>
              <a:t>Display all students</a:t>
            </a:r>
          </a:p>
          <a:p>
            <a:pPr algn="l">
              <a:defRPr sz="2000"/>
            </a:pPr>
            <a:r>
              <a:rPr dirty="0"/>
              <a:t>Search student by roll number</a:t>
            </a:r>
          </a:p>
          <a:p>
            <a:pPr algn="l">
              <a:defRPr sz="2000"/>
            </a:pPr>
            <a:r>
              <a:rPr dirty="0"/>
              <a:t>Sort students by marks</a:t>
            </a:r>
          </a:p>
          <a:p>
            <a:pPr algn="l">
              <a:defRPr sz="2000"/>
            </a:pPr>
            <a:r>
              <a:rPr dirty="0"/>
              <a:t>Easy-to-use menu-driven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rPr dirty="0"/>
              <a:t>The program defines functions for each operation:</a:t>
            </a:r>
          </a:p>
          <a:p>
            <a:pPr lvl="1">
              <a:defRPr sz="2000"/>
            </a:pPr>
            <a:r>
              <a:rPr dirty="0"/>
              <a:t>- </a:t>
            </a:r>
            <a:r>
              <a:rPr dirty="0" err="1"/>
              <a:t>add_student</a:t>
            </a:r>
            <a:r>
              <a:rPr dirty="0"/>
              <a:t>(), </a:t>
            </a:r>
            <a:r>
              <a:rPr dirty="0" err="1"/>
              <a:t>display_students</a:t>
            </a:r>
            <a:r>
              <a:rPr dirty="0"/>
              <a:t>(), </a:t>
            </a:r>
            <a:r>
              <a:rPr dirty="0" err="1"/>
              <a:t>search_student</a:t>
            </a:r>
            <a:r>
              <a:rPr dirty="0"/>
              <a:t>(), </a:t>
            </a:r>
            <a:r>
              <a:rPr dirty="0" err="1"/>
              <a:t>sort_students</a:t>
            </a:r>
            <a:r>
              <a:rPr dirty="0"/>
              <a:t>()</a:t>
            </a:r>
          </a:p>
          <a:p>
            <a:pPr algn="l">
              <a:defRPr sz="2000"/>
            </a:pPr>
            <a:r>
              <a:rPr dirty="0"/>
              <a:t>Sorting is done using the Bubble Sort algorithm.</a:t>
            </a:r>
          </a:p>
          <a:p>
            <a:pPr algn="l">
              <a:defRPr sz="2000"/>
            </a:pPr>
            <a:r>
              <a:rPr dirty="0"/>
              <a:t>Data is stored in a list of dictionaries.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This project shows how data structures and algorithms make programming more efficient.</a:t>
            </a:r>
          </a:p>
          <a:p>
            <a:pPr algn="l">
              <a:defRPr sz="2000"/>
            </a:pPr>
            <a:r>
              <a:t>I learned to apply theoretical concepts in a practical way.</a:t>
            </a:r>
          </a:p>
          <a:p>
            <a:pPr algn="l">
              <a:defRPr sz="2000"/>
            </a:pPr>
            <a:r>
              <a:t>The project helped me strengthen my Python programming and problem-solving skills.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18</TotalTime>
  <Words>229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Rockwell</vt:lpstr>
      <vt:lpstr>Rockwell Condensed</vt:lpstr>
      <vt:lpstr>Wingdings</vt:lpstr>
      <vt:lpstr>Wood Type</vt:lpstr>
      <vt:lpstr>Student Record Manager using Python</vt:lpstr>
      <vt:lpstr>Introduction</vt:lpstr>
      <vt:lpstr>Objective</vt:lpstr>
      <vt:lpstr>Tools and Concepts Used</vt:lpstr>
      <vt:lpstr>Program Features</vt:lpstr>
      <vt:lpstr>Code Overview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བསྟན་འཛིན་ ལུང་རིགས་</cp:lastModifiedBy>
  <cp:revision>2</cp:revision>
  <dcterms:created xsi:type="dcterms:W3CDTF">2013-01-27T09:14:16Z</dcterms:created>
  <dcterms:modified xsi:type="dcterms:W3CDTF">2025-11-09T08:53:56Z</dcterms:modified>
  <cp:category/>
</cp:coreProperties>
</file>