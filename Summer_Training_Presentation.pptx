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22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669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4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57211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6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04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34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6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0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19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6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7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2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-307852"/>
            <a:ext cx="7063740" cy="4041648"/>
          </a:xfrm>
        </p:spPr>
        <p:txBody>
          <a:bodyPr/>
          <a:lstStyle/>
          <a:p>
            <a:r>
              <a:rPr dirty="0"/>
              <a:t>Summer Training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278086"/>
            <a:ext cx="7063740" cy="1691640"/>
          </a:xfrm>
        </p:spPr>
        <p:txBody>
          <a:bodyPr>
            <a:normAutofit fontScale="92500" lnSpcReduction="10000"/>
          </a:bodyPr>
          <a:lstStyle/>
          <a:p>
            <a:r>
              <a:t>Course: Data Structures and Algorithms using Python</a:t>
            </a:r>
          </a:p>
          <a:p>
            <a:r>
              <a:t>Name: Tenzin Lungrig</a:t>
            </a:r>
          </a:p>
          <a:p>
            <a:r>
              <a:t>Duration: 10th June – 28th July 2025 (35+ hours)</a:t>
            </a:r>
          </a:p>
          <a:p>
            <a:r>
              <a:t>Conducted By: CSE Pathshala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Enrolled in an online training program during summer 2025.</a:t>
            </a:r>
          </a:p>
          <a:p>
            <a:r>
              <a:rPr dirty="0"/>
              <a:t>Conducted live classes of 2 hours each evening.</a:t>
            </a:r>
          </a:p>
          <a:p>
            <a:r>
              <a:rPr dirty="0"/>
              <a:t>Goal: Strengthen understanding of Data Structures and Algorithms using Python.</a:t>
            </a:r>
          </a:p>
          <a:p>
            <a:r>
              <a:rPr dirty="0"/>
              <a:t>Focused on combining theory with practical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Started with Python basics and algorithm analysis.</a:t>
            </a:r>
          </a:p>
          <a:p>
            <a:r>
              <a:rPr dirty="0"/>
              <a:t>Key topics covered:</a:t>
            </a:r>
          </a:p>
          <a:p>
            <a:pPr lvl="1"/>
            <a:r>
              <a:rPr sz="1800" dirty="0"/>
              <a:t>Lists, Arrays, and Strings</a:t>
            </a:r>
          </a:p>
          <a:p>
            <a:pPr lvl="1"/>
            <a:r>
              <a:rPr sz="1800" dirty="0"/>
              <a:t>tacks, Queues, and Linked Lists</a:t>
            </a:r>
          </a:p>
          <a:p>
            <a:pPr lvl="1"/>
            <a:r>
              <a:rPr sz="1800" dirty="0"/>
              <a:t>Trees and Binary Search Trees</a:t>
            </a:r>
          </a:p>
          <a:p>
            <a:pPr lvl="1"/>
            <a:r>
              <a:rPr sz="1800" dirty="0"/>
              <a:t>Graphs and Traversal Algorithms</a:t>
            </a:r>
          </a:p>
          <a:p>
            <a:pPr lvl="1"/>
            <a:r>
              <a:rPr sz="1800" dirty="0"/>
              <a:t>Sorting and Searching</a:t>
            </a:r>
          </a:p>
          <a:p>
            <a:pPr lvl="1"/>
            <a:r>
              <a:rPr sz="1800" dirty="0"/>
              <a:t>Recursion &amp; Dynamic Programming</a:t>
            </a:r>
          </a:p>
          <a:p>
            <a:pPr lvl="1"/>
            <a:r>
              <a:rPr sz="1800" dirty="0"/>
              <a:t>Time and Space Complexity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Sessions were interactive and engaging.</a:t>
            </a:r>
          </a:p>
          <a:p>
            <a:r>
              <a:rPr dirty="0"/>
              <a:t>Encouraged to ask questions and discuss real-world applications.</a:t>
            </a:r>
          </a:p>
          <a:p>
            <a:r>
              <a:rPr dirty="0"/>
              <a:t>Evening schedule helped maintain consistency.</a:t>
            </a:r>
          </a:p>
          <a:p>
            <a:r>
              <a:rPr dirty="0"/>
              <a:t>Improved logical thinking and problem-solving approach.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&amp;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Final test covering both theory and coding parts.</a:t>
            </a:r>
          </a:p>
          <a:p>
            <a:r>
              <a:rPr dirty="0"/>
              <a:t>Successfully completed and received a certificate.</a:t>
            </a:r>
          </a:p>
          <a:p>
            <a:r>
              <a:rPr dirty="0"/>
              <a:t>Gained confidence in coding and algorithm analysis.</a:t>
            </a:r>
          </a:p>
          <a:p>
            <a:r>
              <a:rPr dirty="0"/>
              <a:t>Developed a structured approach to solving problems.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training was valuable and insightful.</a:t>
            </a:r>
          </a:p>
          <a:p>
            <a:r>
              <a:rPr dirty="0"/>
              <a:t>Deepened knowledge of algorithms and their importance.</a:t>
            </a:r>
          </a:p>
          <a:p>
            <a:r>
              <a:rPr dirty="0"/>
              <a:t>Improved efficiency and confidence in programming.</a:t>
            </a:r>
          </a:p>
          <a:p>
            <a:r>
              <a:rPr dirty="0"/>
              <a:t>Thankful to CSE </a:t>
            </a:r>
            <a:r>
              <a:rPr dirty="0" err="1"/>
              <a:t>Pathshala</a:t>
            </a:r>
            <a:r>
              <a:rPr dirty="0"/>
              <a:t> and instructor for guidance.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544473-6116-00E0-C1E8-0936CECF9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0216" y="1137557"/>
            <a:ext cx="6154650" cy="4351338"/>
          </a:xfrm>
        </p:spPr>
      </p:pic>
    </p:spTree>
    <p:extLst>
      <p:ext uri="{BB962C8B-B14F-4D97-AF65-F5344CB8AC3E}">
        <p14:creationId xmlns:p14="http://schemas.microsoft.com/office/powerpoint/2010/main" val="87768693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374</TotalTime>
  <Words>218</Words>
  <Application>Microsoft Office PowerPoint</Application>
  <PresentationFormat>On-screen Show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Schoolbook</vt:lpstr>
      <vt:lpstr>Wingdings 2</vt:lpstr>
      <vt:lpstr>View</vt:lpstr>
      <vt:lpstr>Summer Training Report</vt:lpstr>
      <vt:lpstr>Introduction</vt:lpstr>
      <vt:lpstr>About the Course</vt:lpstr>
      <vt:lpstr>Learning Experience</vt:lpstr>
      <vt:lpstr>Assessment &amp; Outcome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བསྟན་འཛིན་ ལུང་རིགས་</cp:lastModifiedBy>
  <cp:revision>2</cp:revision>
  <dcterms:created xsi:type="dcterms:W3CDTF">2013-01-27T09:14:16Z</dcterms:created>
  <dcterms:modified xsi:type="dcterms:W3CDTF">2025-11-09T14:40:53Z</dcterms:modified>
  <cp:category/>
</cp:coreProperties>
</file>